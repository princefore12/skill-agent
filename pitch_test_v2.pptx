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LE CHANGEMENT TECTONIQUE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Clash Display"/>
              </a:rPr>
              <a:t>La réflexion humaine ne suffit plus face à la vélocité des données.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9CA3AF"/>
                </a:solidFill>
                <a:latin typeface="Montserrat"/>
              </a:rPr>
              <a:t>Le passage d'une économie de processus à une économie d'agents autonomes est acté.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GAGNANTS ET PERDANTS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Clash Display"/>
              </a:rPr>
              <a:t>Ceux qui n'automatisent pas leur R&amp;D disparaissent dans les 3 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9CA3AF"/>
                </a:solidFill>
                <a:latin typeface="Montserrat"/>
              </a:rPr>
              <a:t>La complexité opérationnelle écrase la créativité. Les entreprises traditionnelles voient leurs marges s'effondrer.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FF7F"/>
                </a:solidFill>
                <a:latin typeface="Montserrat"/>
              </a:rPr>
              <a:t>3.5x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8404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Risque de faillite accru pour les retardataires technologiques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LA TERRE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Clash Display"/>
              </a:rPr>
              <a:t>Imaginez un monde où votre entreprise s'optimise en temps réel, la nuit.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9CA3AF"/>
                </a:solidFill>
                <a:latin typeface="Montserrat"/>
              </a:rPr>
              <a:t>Un futur où vos équipes créent la stratégie, pendant que le système exécute la tactique à la perfection.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L'ATOUT MAÎTRE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Clash Display"/>
              </a:rPr>
              <a:t>Notre plateforme déploie des employés virtuels dans votre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9CA3AF"/>
                </a:solidFill>
                <a:latin typeface="Montserrat"/>
              </a:rPr>
              <a:t>Sans écrire une ligne de code, orchestrez des flottes d'agents qui communiquent, vérifient et produisent.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FF7F"/>
                </a:solidFill>
                <a:latin typeface="Montserrat"/>
              </a:rPr>
              <a:t>+400%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8404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Accélération du Time-to-Market dès le premier mois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LA PREUVE CHIFFRÉE (SO WHAT?)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Clash Display"/>
              </a:rPr>
              <a:t>L'intégration agentique a fait chuter nos coûts opérationnels de 80%.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FF7F"/>
                </a:solidFill>
                <a:latin typeface="Montserrat"/>
              </a:rPr>
              <a:t>-80%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Coûts Opex via l'automatisation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FF7F"/>
                </a:solidFill>
                <a:latin typeface="Montserrat"/>
              </a:rPr>
              <a:t>$2M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297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Économies annuelles directes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