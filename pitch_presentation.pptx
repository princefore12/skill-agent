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6000" b="1">
                <a:solidFill>
                  <a:srgbClr val="D4AF37"/>
                </a:solidFill>
                <a:latin typeface="Montserrat"/>
              </a:rPr>
              <a:t>Le code est mort.</a:t>
            </a:r>
          </a:p>
          <a:p>
            <a:pPr algn="l"/>
            <a:r>
              <a:rPr sz="6000" b="1">
                <a:solidFill>
                  <a:srgbClr val="D4AF37"/>
                </a:solidFill>
                <a:latin typeface="Montserrat"/>
              </a:rPr>
              <a:t>L'agent est roi.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8C8C8"/>
                </a:solidFill>
              </a:rPr>
              <a:t>Le développement logiciel classique a atteint ses limites.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D4AF37"/>
                </a:solidFill>
                <a:latin typeface="Montserrat"/>
              </a:rPr>
              <a:t>Vos équipes passent 70% de leur temps</a:t>
            </a:r>
          </a:p>
          <a:p>
            <a:pPr algn="l"/>
            <a:r>
              <a:rPr sz="4400" b="1">
                <a:solidFill>
                  <a:srgbClr val="D4AF37"/>
                </a:solidFill>
                <a:latin typeface="Montserrat"/>
              </a:rPr>
              <a:t>à configurer, pas à créer.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>
                <a:solidFill>
                  <a:srgbClr val="FAFAFA"/>
                </a:solidFill>
                <a:latin typeface="Montserrat"/>
              </a:rPr>
              <a:t>Chaque jour sans automatisation agentique est un jour de R&amp;D perdu face à la concurrence.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D4AF37"/>
                </a:solidFill>
                <a:latin typeface="Montserrat"/>
              </a:rPr>
              <a:t>L'Ancien Monde vs. Le Nouveau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>
                <a:solidFill>
                  <a:srgbClr val="FAFAFA"/>
                </a:solidFill>
                <a:latin typeface="Montserrat"/>
              </a:rPr>
              <a:t>Avant : Vous écriviez des lignes de code.</a:t>
            </a:r>
          </a:p>
          <a:p>
            <a:pPr algn="l"/>
            <a:r>
              <a:rPr sz="2400">
                <a:solidFill>
                  <a:srgbClr val="FAFAFA"/>
                </a:solidFill>
                <a:latin typeface="Montserrat"/>
              </a:rPr>
              <a:t>Aujourd'hui : Vous donnez des directives à des agents autonomes.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D4AF37"/>
                </a:solidFill>
                <a:latin typeface="Montserrat"/>
              </a:rPr>
              <a:t>Entrez dans Antigravity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>
                <a:solidFill>
                  <a:srgbClr val="FAFAFA"/>
                </a:solidFill>
                <a:latin typeface="Montserrat"/>
              </a:rPr>
              <a:t>La première plateforme de conception d'agents autonomes.</a:t>
            </a:r>
          </a:p>
          <a:p>
            <a:pPr algn="l"/>
            <a:r>
              <a:rPr sz="2400">
                <a:solidFill>
                  <a:srgbClr val="FAFAFA"/>
                </a:solidFill>
                <a:latin typeface="Montserrat"/>
              </a:rPr>
              <a:t>+500% d'accélération prouvée sur la vélocité des sprints.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6000" b="1">
                <a:solidFill>
                  <a:srgbClr val="D4AF37"/>
                </a:solidFill>
                <a:latin typeface="Montserrat"/>
              </a:rPr>
              <a:t>Déployez votre premier agent.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8C8C8"/>
                </a:solidFill>
              </a:rPr>
              <a:t>Commencez la révolution aujourd'hui.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